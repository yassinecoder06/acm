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2" r:id="rId13"/>
    <p:sldId id="273" r:id="rId14"/>
    <p:sldId id="277" r:id="rId15"/>
    <p:sldId id="267" r:id="rId16"/>
    <p:sldId id="274" r:id="rId17"/>
    <p:sldId id="275" r:id="rId18"/>
    <p:sldId id="27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72" y="-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24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27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40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78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06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4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5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f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pexels.com/?utm_source=magicslides.app&amp;utm_medium=presentati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pexels.com/?utm_source=magicslides.app&amp;utm_medium=presentatio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exels.com/?utm_source=magicslides.app&amp;utm_medium=presenta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7355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Mastering Problem-Solving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0861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Comprehensive Guide to Tackling Algorithmic Challenges Efficiently</a:t>
            </a:r>
            <a:endParaRPr lang="en-US" sz="1300" dirty="0"/>
          </a:p>
        </p:txBody>
      </p:sp>
      <p:pic>
        <p:nvPicPr>
          <p:cNvPr id="7" name="Image 6" descr="Une image contenant Police, logo, Bleu électrique, signe&#10;&#10;Description générée automatiquement">
            <a:extLst>
              <a:ext uri="{FF2B5EF4-FFF2-40B4-BE49-F238E27FC236}">
                <a16:creationId xmlns:a16="http://schemas.microsoft.com/office/drawing/2014/main" id="{43D5EFAD-B014-AB65-30CA-E839541D3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01" y="1369178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004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lnSpc>
                <a:spcPts val="35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 of content</a:t>
            </a:r>
            <a:endParaRPr lang="en-US" sz="3000" dirty="0"/>
          </a:p>
        </p:txBody>
      </p:sp>
      <p:pic>
        <p:nvPicPr>
          <p:cNvPr id="3" name="Image 0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28700"/>
            <a:ext cx="4206240" cy="514350"/>
          </a:xfrm>
          <a:prstGeom prst="rect">
            <a:avLst/>
          </a:prstGeom>
        </p:spPr>
      </p:pic>
      <p:pic>
        <p:nvPicPr>
          <p:cNvPr id="4" name="Image 1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080135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113157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31520" y="108013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Egg Problem Breakdown</a:t>
            </a:r>
            <a:endParaRPr lang="en-US" sz="1300" dirty="0"/>
          </a:p>
        </p:txBody>
      </p:sp>
      <p:pic>
        <p:nvPicPr>
          <p:cNvPr id="7" name="Image 2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1157288"/>
            <a:ext cx="274320" cy="257175"/>
          </a:xfrm>
          <a:prstGeom prst="rect">
            <a:avLst/>
          </a:prstGeom>
        </p:spPr>
      </p:pic>
      <p:pic>
        <p:nvPicPr>
          <p:cNvPr id="8" name="Image 3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028700"/>
            <a:ext cx="4206240" cy="514350"/>
          </a:xfrm>
          <a:prstGeom prst="rect">
            <a:avLst/>
          </a:prstGeom>
        </p:spPr>
      </p:pic>
      <p:pic>
        <p:nvPicPr>
          <p:cNvPr id="9" name="Image 4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080135"/>
            <a:ext cx="411480" cy="41148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572000" y="113157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4"/>
          <p:cNvSpPr/>
          <p:nvPr/>
        </p:nvSpPr>
        <p:spPr>
          <a:xfrm>
            <a:off x="5029200" y="108013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is  an Ad Hoc</a:t>
            </a:r>
            <a:endParaRPr lang="en-US" sz="1300" dirty="0"/>
          </a:p>
        </p:txBody>
      </p:sp>
      <p:pic>
        <p:nvPicPr>
          <p:cNvPr id="12" name="Image 5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157288"/>
            <a:ext cx="274320" cy="257175"/>
          </a:xfrm>
          <a:prstGeom prst="rect">
            <a:avLst/>
          </a:prstGeom>
        </p:spPr>
      </p:pic>
      <p:pic>
        <p:nvPicPr>
          <p:cNvPr id="13" name="Image 6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748790"/>
            <a:ext cx="4206240" cy="514350"/>
          </a:xfrm>
          <a:prstGeom prst="rect">
            <a:avLst/>
          </a:prstGeom>
        </p:spPr>
      </p:pic>
      <p:pic>
        <p:nvPicPr>
          <p:cNvPr id="14" name="Image 7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800225"/>
            <a:ext cx="411480" cy="41148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274320" y="185166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6"/>
          <p:cNvSpPr/>
          <p:nvPr/>
        </p:nvSpPr>
        <p:spPr>
          <a:xfrm>
            <a:off x="731520" y="180022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</a:rPr>
              <a:t>How to solve a cp problem</a:t>
            </a:r>
            <a:endParaRPr lang="en-US" sz="1300" dirty="0"/>
          </a:p>
        </p:txBody>
      </p:sp>
      <p:pic>
        <p:nvPicPr>
          <p:cNvPr id="17" name="Image 8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1877378"/>
            <a:ext cx="274320" cy="257175"/>
          </a:xfrm>
          <a:prstGeom prst="rect">
            <a:avLst/>
          </a:prstGeom>
        </p:spPr>
      </p:pic>
      <p:pic>
        <p:nvPicPr>
          <p:cNvPr id="18" name="Image 9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48790"/>
            <a:ext cx="4206240" cy="514350"/>
          </a:xfrm>
          <a:prstGeom prst="rect">
            <a:avLst/>
          </a:prstGeom>
        </p:spPr>
      </p:pic>
      <p:pic>
        <p:nvPicPr>
          <p:cNvPr id="19" name="Image 10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800225"/>
            <a:ext cx="411480" cy="411480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>
            <a:off x="4572000" y="185166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8"/>
          <p:cNvSpPr/>
          <p:nvPr/>
        </p:nvSpPr>
        <p:spPr>
          <a:xfrm>
            <a:off x="5029200" y="180022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Gravity flip problem</a:t>
            </a:r>
            <a:endParaRPr lang="en-US" sz="1300" dirty="0"/>
          </a:p>
        </p:txBody>
      </p:sp>
      <p:pic>
        <p:nvPicPr>
          <p:cNvPr id="22" name="Image 11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877378"/>
            <a:ext cx="274320" cy="257175"/>
          </a:xfrm>
          <a:prstGeom prst="rect">
            <a:avLst/>
          </a:prstGeom>
        </p:spPr>
      </p:pic>
      <p:pic>
        <p:nvPicPr>
          <p:cNvPr id="23" name="Image 12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2468880"/>
            <a:ext cx="4206240" cy="514350"/>
          </a:xfrm>
          <a:prstGeom prst="rect">
            <a:avLst/>
          </a:prstGeom>
        </p:spPr>
      </p:pic>
      <p:pic>
        <p:nvPicPr>
          <p:cNvPr id="24" name="Image 13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520315"/>
            <a:ext cx="411480" cy="411480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274320" y="257175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10"/>
          <p:cNvSpPr/>
          <p:nvPr/>
        </p:nvSpPr>
        <p:spPr>
          <a:xfrm>
            <a:off x="731520" y="252031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27" name="Image 14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2597468"/>
            <a:ext cx="274320" cy="257175"/>
          </a:xfrm>
          <a:prstGeom prst="rect">
            <a:avLst/>
          </a:prstGeom>
        </p:spPr>
      </p:pic>
      <p:pic>
        <p:nvPicPr>
          <p:cNvPr id="28" name="Image 15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468880"/>
            <a:ext cx="4206240" cy="514350"/>
          </a:xfrm>
          <a:prstGeom prst="rect">
            <a:avLst/>
          </a:prstGeom>
        </p:spPr>
      </p:pic>
      <p:pic>
        <p:nvPicPr>
          <p:cNvPr id="29" name="Image 16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520315"/>
            <a:ext cx="411480" cy="411480"/>
          </a:xfrm>
          <a:prstGeom prst="rect">
            <a:avLst/>
          </a:prstGeom>
        </p:spPr>
      </p:pic>
      <p:sp>
        <p:nvSpPr>
          <p:cNvPr id="30" name="Text 11"/>
          <p:cNvSpPr/>
          <p:nvPr/>
        </p:nvSpPr>
        <p:spPr>
          <a:xfrm>
            <a:off x="4572000" y="257175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12"/>
          <p:cNvSpPr/>
          <p:nvPr/>
        </p:nvSpPr>
        <p:spPr>
          <a:xfrm>
            <a:off x="5029200" y="252031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32" name="Image 17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597468"/>
            <a:ext cx="274320" cy="257175"/>
          </a:xfrm>
          <a:prstGeom prst="rect">
            <a:avLst/>
          </a:prstGeom>
        </p:spPr>
      </p:pic>
      <p:pic>
        <p:nvPicPr>
          <p:cNvPr id="33" name="Image 18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188970"/>
            <a:ext cx="4206240" cy="514350"/>
          </a:xfrm>
          <a:prstGeom prst="rect">
            <a:avLst/>
          </a:prstGeom>
        </p:spPr>
      </p:pic>
      <p:pic>
        <p:nvPicPr>
          <p:cNvPr id="34" name="Image 19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240405"/>
            <a:ext cx="411480" cy="41148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274320" y="329184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14"/>
          <p:cNvSpPr/>
          <p:nvPr/>
        </p:nvSpPr>
        <p:spPr>
          <a:xfrm>
            <a:off x="685800" y="32404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Uncle </a:t>
            </a:r>
            <a:r>
              <a:rPr lang="en-US" sz="1300" b="1" dirty="0" err="1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Shita</a:t>
            </a: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 Hard Version)</a:t>
            </a:r>
            <a:endParaRPr lang="en-US" sz="1300" dirty="0"/>
          </a:p>
        </p:txBody>
      </p:sp>
      <p:pic>
        <p:nvPicPr>
          <p:cNvPr id="37" name="Image 20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317558"/>
            <a:ext cx="274320" cy="257175"/>
          </a:xfrm>
          <a:prstGeom prst="rect">
            <a:avLst/>
          </a:prstGeom>
        </p:spPr>
      </p:pic>
      <p:pic>
        <p:nvPicPr>
          <p:cNvPr id="38" name="Image 21" descr="https://djgurnpwsdoqjscwqbsj.supabase.co/storage/v1/object/public/presentation-templates-data/section16_tableOfCont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3188970"/>
            <a:ext cx="4206240" cy="514350"/>
          </a:xfrm>
          <a:prstGeom prst="rect">
            <a:avLst/>
          </a:prstGeom>
        </p:spPr>
      </p:pic>
      <p:pic>
        <p:nvPicPr>
          <p:cNvPr id="39" name="Image 22" descr="https://djgurnpwsdoqjscwqbsj.supabase.co/storage/v1/object/public/presentation-templates-data/section16_no_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240405"/>
            <a:ext cx="411480" cy="411480"/>
          </a:xfrm>
          <a:prstGeom prst="rect">
            <a:avLst/>
          </a:prstGeom>
        </p:spPr>
      </p:pic>
      <p:sp>
        <p:nvSpPr>
          <p:cNvPr id="40" name="Text 15"/>
          <p:cNvSpPr/>
          <p:nvPr/>
        </p:nvSpPr>
        <p:spPr>
          <a:xfrm>
            <a:off x="4572000" y="3291840"/>
            <a:ext cx="4114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300" dirty="0"/>
          </a:p>
        </p:txBody>
      </p:sp>
      <p:sp>
        <p:nvSpPr>
          <p:cNvPr id="41" name="Text 16"/>
          <p:cNvSpPr/>
          <p:nvPr/>
        </p:nvSpPr>
        <p:spPr>
          <a:xfrm>
            <a:off x="5029200" y="3240405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Lets think together</a:t>
            </a:r>
            <a:endParaRPr lang="en-US" sz="1300" dirty="0"/>
          </a:p>
        </p:txBody>
      </p:sp>
      <p:pic>
        <p:nvPicPr>
          <p:cNvPr id="42" name="Image 23" descr="https://djgurnpwsdoqjscwqbsj.supabase.co/storage/v1/object/public/presentation-templates-data/section16_Button%20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317558"/>
            <a:ext cx="274320" cy="257175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F2233FC8-337D-F557-099E-9C596EE4D8F7}"/>
              </a:ext>
            </a:extLst>
          </p:cNvPr>
          <p:cNvSpPr txBox="1"/>
          <p:nvPr/>
        </p:nvSpPr>
        <p:spPr>
          <a:xfrm>
            <a:off x="731520" y="2605578"/>
            <a:ext cx="288716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Corner Cases</a:t>
            </a:r>
            <a:endParaRPr lang="fr-FR" sz="13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3EE26FB2-3CBF-A7E8-B318-F38D4B4E79AC}"/>
              </a:ext>
            </a:extLst>
          </p:cNvPr>
          <p:cNvSpPr/>
          <p:nvPr/>
        </p:nvSpPr>
        <p:spPr>
          <a:xfrm>
            <a:off x="5029200" y="2544889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Aunt </a:t>
            </a:r>
            <a:r>
              <a:rPr lang="en-US" sz="1300" b="1" dirty="0" err="1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Mahbouba</a:t>
            </a:r>
            <a:r>
              <a:rPr lang="en-US" sz="13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(Easy Version)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143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3000" dirty="0"/>
          </a:p>
        </p:txBody>
      </p:sp>
      <p:pic>
        <p:nvPicPr>
          <p:cNvPr id="27" name="Image 26" descr="Une image contenant texte, capture d’écran, calculatrice&#10;&#10;Description générée automatiquement">
            <a:extLst>
              <a:ext uri="{FF2B5EF4-FFF2-40B4-BE49-F238E27FC236}">
                <a16:creationId xmlns:a16="http://schemas.microsoft.com/office/drawing/2014/main" id="{1938F479-234E-2942-0974-A1ECD70A3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5641"/>
            <a:ext cx="7666585" cy="4689543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83CC07F6-DD80-C130-78CE-45FDD2A96806}"/>
              </a:ext>
            </a:extLst>
          </p:cNvPr>
          <p:cNvSpPr txBox="1"/>
          <p:nvPr/>
        </p:nvSpPr>
        <p:spPr>
          <a:xfrm>
            <a:off x="3435809" y="3936460"/>
            <a:ext cx="19066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rgbClr val="FF0000"/>
                </a:solidFill>
              </a:rPr>
              <a:t>(</a:t>
            </a:r>
            <a:r>
              <a:rPr lang="fr-FR" sz="1100" dirty="0" err="1">
                <a:solidFill>
                  <a:srgbClr val="FF0000"/>
                </a:solidFill>
              </a:rPr>
              <a:t>worst</a:t>
            </a:r>
            <a:r>
              <a:rPr lang="fr-FR" sz="1100" dirty="0">
                <a:solidFill>
                  <a:srgbClr val="FF0000"/>
                </a:solidFill>
              </a:rPr>
              <a:t> case scenario)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217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is  an Ad Hoc ?</a:t>
            </a:r>
            <a:endParaRPr lang="en-US" sz="32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BE8362B-EBA0-505C-6AFA-6B257B9A68E8}"/>
              </a:ext>
            </a:extLst>
          </p:cNvPr>
          <p:cNvSpPr txBox="1"/>
          <p:nvPr/>
        </p:nvSpPr>
        <p:spPr>
          <a:xfrm>
            <a:off x="595008" y="1941040"/>
            <a:ext cx="7953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Ad hoc problems are those whose algorithms do not fall into standard categories with well-studied solutions. Each ad hoc problem is different; no specific or general techniques exist to solve them.</a:t>
            </a:r>
            <a:endParaRPr lang="fr-FR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411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</a:rPr>
              <a:t>       How to solve them</a:t>
            </a:r>
            <a:endParaRPr lang="en-US" sz="30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F88562C-ECEC-8A89-EAF8-A0DD70A64B29}"/>
              </a:ext>
            </a:extLst>
          </p:cNvPr>
          <p:cNvSpPr txBox="1"/>
          <p:nvPr/>
        </p:nvSpPr>
        <p:spPr>
          <a:xfrm>
            <a:off x="677141" y="1561234"/>
            <a:ext cx="81248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read problem statement and filter information 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fr-F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read</a:t>
            </a: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FR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constraints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-read tests cases and manually test them if it needs to for better understanding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-generate your own testcases and try to find a pattern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-divide and conquer 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57175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  Gravity Flip Problem</a:t>
            </a:r>
            <a:endParaRPr lang="en-US" sz="3000" dirty="0"/>
          </a:p>
        </p:txBody>
      </p:sp>
      <p:sp>
        <p:nvSpPr>
          <p:cNvPr id="12" name="Text 5"/>
          <p:cNvSpPr/>
          <p:nvPr/>
        </p:nvSpPr>
        <p:spPr>
          <a:xfrm>
            <a:off x="6858000" y="334327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4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6D74C57-4AA5-0E1B-F36E-FE9E6F985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71" y="95693"/>
            <a:ext cx="7129130" cy="50478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4F013E9-2581-63FD-8AE6-4DC5271EBCB4}"/>
              </a:ext>
            </a:extLst>
          </p:cNvPr>
          <p:cNvSpPr/>
          <p:nvPr/>
        </p:nvSpPr>
        <p:spPr>
          <a:xfrm>
            <a:off x="2400300" y="1234440"/>
            <a:ext cx="451866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287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858000" y="334327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4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D1D15AE-FD94-61A4-66B0-A76157339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628" y="128587"/>
            <a:ext cx="5358767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/>
          <p:cNvSpPr/>
          <p:nvPr/>
        </p:nvSpPr>
        <p:spPr>
          <a:xfrm>
            <a:off x="1828800" y="3857625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FFFFFF"/>
                </a:solidFill>
                <a:hlinkClick r:id="rId4" tooltip="Pe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Photo by Pexels</a:t>
            </a:r>
            <a:endParaRPr lang="en-US" sz="8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5DD460-492A-CBBC-22EC-AF0E8F5D5B03}"/>
              </a:ext>
            </a:extLst>
          </p:cNvPr>
          <p:cNvSpPr txBox="1"/>
          <p:nvPr/>
        </p:nvSpPr>
        <p:spPr>
          <a:xfrm>
            <a:off x="1509485" y="2151121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/>
              <a:t>Corner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/>
              <a:t>small problem :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Can you find the number of divisors for given integer x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3D1016F-78A3-EBD9-0167-EE1A983F7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383" y="0"/>
            <a:ext cx="598123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 27">
            <a:extLst>
              <a:ext uri="{FF2B5EF4-FFF2-40B4-BE49-F238E27FC236}">
                <a16:creationId xmlns:a16="http://schemas.microsoft.com/office/drawing/2014/main" id="{B1DACBF5-BFE6-9152-D066-37F5A5996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257930"/>
            <a:ext cx="7111999" cy="4627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B4D7EDDC-4DFC-6E3D-E7EA-2D5D5BE7B14F}"/>
              </a:ext>
            </a:extLst>
          </p:cNvPr>
          <p:cNvSpPr txBox="1"/>
          <p:nvPr/>
        </p:nvSpPr>
        <p:spPr>
          <a:xfrm>
            <a:off x="631371" y="2156251"/>
            <a:ext cx="7881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 err="1"/>
              <a:t>Uncle</a:t>
            </a:r>
            <a:r>
              <a:rPr lang="fr-FR" sz="4800" b="1" dirty="0"/>
              <a:t> </a:t>
            </a:r>
            <a:r>
              <a:rPr lang="fr-FR" sz="4800" b="1" dirty="0" err="1"/>
              <a:t>Shita</a:t>
            </a:r>
            <a:r>
              <a:rPr lang="fr-FR" sz="4800" b="1" dirty="0"/>
              <a:t> (Hard version)</a:t>
            </a:r>
          </a:p>
        </p:txBody>
      </p:sp>
    </p:spTree>
    <p:extLst>
      <p:ext uri="{BB962C8B-B14F-4D97-AF65-F5344CB8AC3E}">
        <p14:creationId xmlns:p14="http://schemas.microsoft.com/office/powerpoint/2010/main" val="34171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AFA069A-F8CF-FC1B-77BA-16AB5A639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908" y="0"/>
            <a:ext cx="64381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45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78DBC7D-77C9-AB03-8CF8-46DE51E3A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284" y="795089"/>
            <a:ext cx="793543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36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B4D7EDDC-4DFC-6E3D-E7EA-2D5D5BE7B14F}"/>
              </a:ext>
            </a:extLst>
          </p:cNvPr>
          <p:cNvSpPr txBox="1"/>
          <p:nvPr/>
        </p:nvSpPr>
        <p:spPr>
          <a:xfrm>
            <a:off x="631371" y="2005978"/>
            <a:ext cx="78812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 err="1"/>
              <a:t>Lets</a:t>
            </a:r>
            <a:r>
              <a:rPr lang="fr-FR" sz="4800" b="1" dirty="0"/>
              <a:t> </a:t>
            </a:r>
            <a:r>
              <a:rPr lang="fr-FR" sz="4800" b="1" dirty="0" err="1"/>
              <a:t>think</a:t>
            </a:r>
            <a:r>
              <a:rPr lang="fr-FR" sz="4800" b="1" dirty="0"/>
              <a:t> </a:t>
            </a:r>
            <a:r>
              <a:rPr lang="fr-FR" sz="4800" b="1" dirty="0" err="1"/>
              <a:t>together</a:t>
            </a:r>
            <a:endParaRPr lang="fr-FR" sz="48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832ED0F-7D18-30D1-C561-D7A188B27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135" y="0"/>
            <a:ext cx="70657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12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46B95BE-D7CF-E9C0-6F40-01E7D91BC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051" y="0"/>
            <a:ext cx="52418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CE8EDF6-FEA7-CFE6-7CAD-6F7F3B3CC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10" y="1257366"/>
            <a:ext cx="8033369" cy="26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898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204</Words>
  <Application>Microsoft Office PowerPoint</Application>
  <PresentationFormat>Affichage à l'écran (16:9)</PresentationFormat>
  <Paragraphs>62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Plus Jakarta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slim kmiha</cp:lastModifiedBy>
  <cp:revision>7</cp:revision>
  <dcterms:created xsi:type="dcterms:W3CDTF">2024-09-24T00:31:05Z</dcterms:created>
  <dcterms:modified xsi:type="dcterms:W3CDTF">2024-09-25T23:08:51Z</dcterms:modified>
</cp:coreProperties>
</file>